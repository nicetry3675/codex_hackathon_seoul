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73" r:id="rId11"/>
    <p:sldId id="271" r:id="rId12"/>
    <p:sldId id="263" r:id="rId13"/>
    <p:sldId id="272" r:id="rId14"/>
    <p:sldId id="264" r:id="rId15"/>
    <p:sldId id="265" r:id="rId16"/>
    <p:sldId id="266" r:id="rId17"/>
    <p:sldId id="267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821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22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2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9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32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60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033272"/>
            <a:ext cx="73152" cy="4206240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DECISION ROBUSTNESS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029968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069848" y="315468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Agree less. Decide better.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69848" y="409651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합의보다, 더 나은 선택.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b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서로 다른 판단을 드러내 더 나은 의견 일치를 돕는 의사결정 도구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69848" y="55321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560527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ANONYMOUS INPUT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88920" y="55321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560527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FLIP POINT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42232" y="55321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7096" y="5605272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CONFLICT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14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86384" y="15361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Consensus의 문제 정의부터 실제 작동 흐름과 기술 구조까지 보여줍니다.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2402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13432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11680" y="2258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886200" y="229514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표면적 합의와 숨은 이견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" y="299008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63240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1680" y="3008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86200" y="30449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추천하지 않고 조건을 검증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41248" y="373989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13048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11680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886200" y="3794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Stability / Flip Point / Action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41248" y="4489704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562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11680" y="4507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Build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86200" y="45445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API / AWS / MCP 오케스트레이션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만장일치는 끝이 아니라, 질문의 시작입니다.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719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</a:t>
            </a:r>
            <a:r>
              <a:rPr lang="ko-KR" alt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에서의</a:t>
            </a: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</a:t>
            </a:r>
            <a:r>
              <a:rPr lang="ko-KR" alt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저도 </a:t>
            </a:r>
            <a:r>
              <a:rPr lang="en-US" sz="1600" dirty="0" err="1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괜찮아요”가</a:t>
            </a: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</a:t>
            </a: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동의를 뜻하지는 않습니다.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466344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CONSENSUS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30632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24128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만장일치의 결과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4187952"/>
            <a:ext cx="3465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AI </a:t>
            </a:r>
            <a:r>
              <a:rPr lang="en-US" sz="18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r>
              <a:rPr lang="en-US" sz="18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dirty="0"/>
              <a:t> </a:t>
            </a:r>
            <a:r>
              <a:rPr lang="en-US" sz="18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4명 모두 동의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05856" y="3410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6400800" y="2423160"/>
            <a:ext cx="4892040" cy="2423160"/>
          </a:xfrm>
          <a:prstGeom prst="roundRect">
            <a:avLst>
              <a:gd name="adj" fmla="val 528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651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ALIGNMENT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29400" y="30815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안에 완성할 수 있을까?”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36118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“구현 범위가 불분명하다.”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29400" y="414223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“사실 저는 다른 선택을 원했어요.”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2468880" y="5285232"/>
            <a:ext cx="7132320" cy="402336"/>
          </a:xfrm>
          <a:prstGeom prst="roundRect">
            <a:avLst>
              <a:gd name="adj" fmla="val 18182"/>
            </a:avLst>
          </a:prstGeom>
          <a:solidFill>
            <a:srgbClr val="251E4E"/>
          </a:solidFill>
          <a:ln w="12700">
            <a:solidFill>
              <a:srgbClr val="251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5358384"/>
            <a:ext cx="7022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CONSENSUS  ≠  REAL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02-1 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SynQ는 결정을 내리지 않습니다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결정의 권한은 사람에게 두고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, AI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는 우리가 미처 보지 못한 판단의 조건을 밝혀냅니다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2542032"/>
            <a:ext cx="22402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47088" y="26334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10056" y="31821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ko-KR" altLang="en-US" sz="17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실명 또는 익명</a:t>
            </a:r>
            <a:r>
              <a:rPr lang="en-US" sz="17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41832" y="3904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말하지 못한 우려를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전환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99032" y="5029200"/>
            <a:ext cx="1440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114800" y="3639312"/>
            <a:ext cx="457200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09160" y="2542032"/>
            <a:ext cx="2240280" cy="2148840"/>
          </a:xfrm>
          <a:prstGeom prst="roundRect">
            <a:avLst>
              <a:gd name="adj" fmla="val 5957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65176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06340" y="3172967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r>
              <a:rPr lang="en-US" sz="17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90872" y="3904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1,000회 섭동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 측정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8072" y="5029200"/>
            <a:ext cx="1440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CALCULATE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863840" y="3639312"/>
            <a:ext cx="457200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2542032"/>
            <a:ext cx="22402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45168" y="265176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726424" y="31821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Devil's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Advocate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39912" y="3904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깨지는 조건을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질문으로 전환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897112" y="5029200"/>
            <a:ext cx="1440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CHALLENGE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02-2  SOLUTION</a:t>
            </a:r>
            <a:endParaRPr lang="en-US" sz="12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AE81644-F63B-45B3-9900-816117FCB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276" y="841248"/>
            <a:ext cx="8136688" cy="575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6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03-1  PRODUCT IN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깨지는 조건을, 한 화면에서 봅니다.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7190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결과 화면입니다. Team Map보다 Stability와 Flip Point를 우선합니다.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056132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871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03 · DECISION STRESS TEST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78992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합의보다, 견고함을 봅니다.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992" y="327355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1위는 A. AI 보안 도구입니다. 하지만 조건이 조금 달라도 같은 결과일까요?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886200"/>
            <a:ext cx="2057400" cy="987552"/>
          </a:xfrm>
          <a:prstGeom prst="roundRect">
            <a:avLst>
              <a:gd name="adj" fmla="val 1296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4050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득표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2702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50%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61872" y="45537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표면적 선택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3547872" y="3886200"/>
            <a:ext cx="2057400" cy="987552"/>
          </a:xfrm>
          <a:prstGeom prst="roundRect">
            <a:avLst>
              <a:gd name="adj" fmla="val 1296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4050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12464" y="42702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82.2%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12464" y="45537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1,000회 섭동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5998464" y="3886200"/>
            <a:ext cx="2057400" cy="987552"/>
          </a:xfrm>
          <a:prstGeom prst="roundRect">
            <a:avLst>
              <a:gd name="adj" fmla="val 1296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4050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갈등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3056" y="42702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임팩트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63056" y="45537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차이</a:t>
            </a:r>
            <a:endParaRPr lang="en-US" sz="1400" b="1" dirty="0"/>
          </a:p>
        </p:txBody>
      </p:sp>
      <p:sp>
        <p:nvSpPr>
          <p:cNvPr id="25" name="Shape 23"/>
          <p:cNvSpPr/>
          <p:nvPr/>
        </p:nvSpPr>
        <p:spPr>
          <a:xfrm>
            <a:off x="8449056" y="3886200"/>
            <a:ext cx="2057400" cy="987552"/>
          </a:xfrm>
          <a:prstGeom prst="roundRect">
            <a:avLst>
              <a:gd name="adj" fmla="val 12963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13648" y="4050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뒤집힘 조건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13648" y="42702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+8%p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13648" y="45537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변화</a:t>
            </a:r>
            <a:endParaRPr lang="en-US" sz="1400" b="1" dirty="0"/>
          </a:p>
        </p:txBody>
      </p:sp>
      <p:sp>
        <p:nvSpPr>
          <p:cNvPr id="29" name="Shape 27"/>
          <p:cNvSpPr/>
          <p:nvPr/>
        </p:nvSpPr>
        <p:spPr>
          <a:xfrm>
            <a:off x="2560320" y="5650991"/>
            <a:ext cx="7178040" cy="996693"/>
          </a:xfrm>
          <a:prstGeom prst="roundRect">
            <a:avLst>
              <a:gd name="adj" fmla="val 23529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0424" y="6062472"/>
            <a:ext cx="6931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데모는 사전 입력 데이터로 진행하고, </a:t>
            </a:r>
            <a:b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슬라이더로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순위가 뒤집히는 순간만 보여줍니다.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03-2  PRODUCT IN ACTION</a:t>
            </a:r>
            <a:endParaRPr lang="en-US" sz="12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6FBC2CD-83CC-47F3-A849-94EDA8BF53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1" r="4478"/>
          <a:stretch/>
        </p:blipFill>
        <p:spPr>
          <a:xfrm>
            <a:off x="2932176" y="969264"/>
            <a:ext cx="6327648" cy="562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4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말로는 A 100%. 익명 입력은 B를 가리켰습니다.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2990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익명 1순위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3317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82.2%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80560" y="2990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Decision Stability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3474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 WEIGHT PERTURBATIONS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2440" y="23317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+8%p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92440" y="2990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A로 뒤집히는 지점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92440" y="3474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PRESENTATION IMPACT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2286000"/>
            <a:ext cx="0" cy="1417320"/>
          </a:xfrm>
          <a:prstGeom prst="line">
            <a:avLst/>
          </a:prstGeom>
          <a:noFill/>
          <a:ln w="12700">
            <a:solidFill>
              <a:srgbClr val="D7D6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2286000"/>
            <a:ext cx="0" cy="1417320"/>
          </a:xfrm>
          <a:prstGeom prst="line">
            <a:avLst/>
          </a:prstGeom>
          <a:noFill/>
          <a:ln w="12700">
            <a:solidFill>
              <a:srgbClr val="D7D6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4956048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5193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CONFLICT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54680" y="514807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가능성에는 동의하지만, 발표 임팩트 평가는 크게 갈렸습니다.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FLIP 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이만큼만 변해도 뒤집힙니다.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71907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평균과 분산을 기준으로, 결정이 깨지는 최소 조건을 계산합니다.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2514599"/>
            <a:ext cx="4800600" cy="2103119"/>
          </a:xfrm>
          <a:prstGeom prst="roundRect">
            <a:avLst>
              <a:gd name="adj" fmla="val 6829"/>
            </a:avLst>
          </a:prstGeom>
          <a:solidFill>
            <a:srgbClr val="251E4E"/>
          </a:solidFill>
          <a:ln w="12700">
            <a:solidFill>
              <a:srgbClr val="251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DDB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 SHIFT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31272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+5%p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85416" y="3264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DB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가능성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5568" y="3867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24%에서 29%로 오르면 B. </a:t>
            </a:r>
            <a:b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dirty="0" err="1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</a:t>
            </a:r>
            <a: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도구가 1위가 됩니다.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89320" y="2514599"/>
            <a:ext cx="4800600" cy="2103119"/>
          </a:xfrm>
          <a:prstGeom prst="roundRect">
            <a:avLst>
              <a:gd name="adj" fmla="val 6829"/>
            </a:avLst>
          </a:prstGeom>
          <a:solidFill>
            <a:srgbClr val="251E4E"/>
          </a:solidFill>
          <a:ln w="12700">
            <a:solidFill>
              <a:srgbClr val="251E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DDB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 SHIFT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36208" y="3127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14616" y="32644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DB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Pivotal Member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36208" y="38679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Anonymous C의 평가가 한 </a:t>
            </a:r>
            <a:r>
              <a:rPr lang="en-US" dirty="0" err="1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단계만</a:t>
            </a:r>
            <a: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dirty="0" err="1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이동해도</a:t>
            </a:r>
            <a:r>
              <a:rPr lang="en-US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현재 1위가 바뀝니다.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965960" y="5029197"/>
            <a:ext cx="8183880" cy="941834"/>
          </a:xfrm>
          <a:prstGeom prst="roundRect">
            <a:avLst>
              <a:gd name="adj" fmla="val 2105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5358384"/>
            <a:ext cx="8074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Flip Point는 “</a:t>
            </a:r>
            <a:r>
              <a:rPr lang="en-US" b="1" dirty="0" err="1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추천”이</a:t>
            </a: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</a:t>
            </a:r>
            <a:r>
              <a:rPr lang="ko-KR" altLang="en-US" b="1" dirty="0" err="1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닌</a:t>
            </a:r>
            <a:r>
              <a:rPr lang="en-US" altLang="ko-KR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br>
              <a:rPr lang="en-US" altLang="ko-KR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b="1" dirty="0" err="1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토론에서 확인해야 할 취약한 조건을 드러냅니다.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FLIP POINT</a:t>
            </a:r>
            <a:endParaRPr lang="en-US" altLang="ko-KR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766E3B-E2FF-45A5-A0BD-29093F60F3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13" r="5786"/>
          <a:stretch/>
        </p:blipFill>
        <p:spPr>
          <a:xfrm>
            <a:off x="2642447" y="960119"/>
            <a:ext cx="6907106" cy="56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2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FLIP POINT</a:t>
            </a:r>
            <a:endParaRPr lang="en-US" altLang="ko-KR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0D5047-057A-4AFB-B6CF-CD9E504B16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82" r="4433"/>
          <a:stretch/>
        </p:blipFill>
        <p:spPr>
          <a:xfrm>
            <a:off x="894277" y="969264"/>
            <a:ext cx="9923075" cy="571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98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DEVIL'S ADVOCATE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결정을 칭찬하는 대신 공격합니다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719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추천하지 않고, 결정이 깨지는 조건만 질문으로 바꿉니다.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700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3172968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기능이 완성되지 않으면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남길 </a:t>
            </a:r>
            <a:r>
              <a:rPr lang="en-US" sz="20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건가요</a:t>
            </a: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68680" y="4078224"/>
            <a:ext cx="4617720" cy="0"/>
          </a:xfrm>
          <a:prstGeom prst="line">
            <a:avLst/>
          </a:prstGeom>
          <a:noFill/>
          <a:ln w="38100">
            <a:solidFill>
              <a:srgbClr val="DDDB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670048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3172968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가능성 우려를 해소할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검증은 </a:t>
            </a:r>
            <a:r>
              <a:rPr lang="en-US" sz="20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무엇인가요</a:t>
            </a:r>
            <a:r>
              <a:rPr lang="en-US" sz="2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4078224"/>
            <a:ext cx="4617720" cy="0"/>
          </a:xfrm>
          <a:prstGeom prst="line">
            <a:avLst/>
          </a:prstGeom>
          <a:noFill/>
          <a:ln w="38100">
            <a:solidFill>
              <a:srgbClr val="DDDB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956048"/>
            <a:ext cx="10378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193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추천하지 않음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94760" y="5184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</a:t>
            </a:r>
            <a:r>
              <a:rPr lang="en-US" sz="15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깨지는</a:t>
            </a:r>
            <a:r>
              <a:rPr 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r>
              <a:rPr 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lang="ko-KR" alt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변환 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46920" y="5212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QUALITATIVE ONLY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DEVIL'S ADVOCATE</a:t>
            </a:r>
            <a:endParaRPr lang="en-US" altLang="ko-KR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2A86F8-0B8D-4281-97D3-CD89E4CF98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42" r="4453"/>
          <a:stretch/>
        </p:blipFill>
        <p:spPr>
          <a:xfrm>
            <a:off x="532644" y="1106424"/>
            <a:ext cx="11126711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37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TRUST BOUNDARY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숫자를 만들지 않습니다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7190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이해와 계산, 최종 판단의 책임을 분리했습니다.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578608"/>
            <a:ext cx="2514600" cy="1810512"/>
          </a:xfrm>
          <a:prstGeom prst="roundRect">
            <a:avLst>
              <a:gd name="adj" fmla="val 7071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4712" y="3566160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</a:t>
            </a:r>
            <a:r>
              <a:rPr lang="en-US" sz="16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6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범주형</a:t>
            </a: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의견 구조화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60520" y="3520440"/>
            <a:ext cx="320040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2578608"/>
            <a:ext cx="2514600" cy="1810512"/>
          </a:xfrm>
          <a:prstGeom prst="roundRect">
            <a:avLst>
              <a:gd name="adj" fmla="val 7071"/>
            </a:avLst>
          </a:prstGeom>
          <a:solidFill>
            <a:srgbClr val="251E4E"/>
          </a:solidFill>
          <a:ln w="12700">
            <a:solidFill>
              <a:srgbClr val="251E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73752" y="3566160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Stability · Flip Point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계산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09560" y="3520440"/>
            <a:ext cx="320040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2578608"/>
            <a:ext cx="2514600" cy="1810512"/>
          </a:xfrm>
          <a:prstGeom prst="roundRect">
            <a:avLst>
              <a:gd name="adj" fmla="val 7071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22792" y="3566160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</a:t>
            </a:r>
            <a:r>
              <a:rPr lang="en-US" sz="16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b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en-US" sz="16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sz="16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14600" y="5212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실패 시 반론 </a:t>
            </a:r>
            <a:r>
              <a:rPr lang="en-US" sz="15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블록만</a:t>
            </a:r>
            <a:r>
              <a:rPr 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</a:t>
            </a:r>
            <a:r>
              <a:rPr lang="ko-KR" alt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되며 </a:t>
            </a:r>
            <a:r>
              <a:rPr lang="en-US" sz="1500" b="1" dirty="0" err="1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r>
              <a:rPr lang="en-US" sz="15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결과는 유지됩니다.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08A  SYSTEM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익명으로, 판단은 통계로 검증합니다.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86384" y="170078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OpenAI는 의견을 구조화하고, NumPy는 결정적 계산을 수행합니다.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25296" y="3136392"/>
            <a:ext cx="12801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3924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24328" y="3547872"/>
            <a:ext cx="658368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82696" y="2633472"/>
            <a:ext cx="5257800" cy="1783080"/>
          </a:xfrm>
          <a:prstGeom prst="roundRect">
            <a:avLst>
              <a:gd name="adj" fmla="val 7179"/>
            </a:avLst>
          </a:prstGeom>
          <a:solidFill>
            <a:srgbClr val="F0EFFF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2880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App Runner · Docker 컨테이너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75304" y="3364992"/>
            <a:ext cx="1325880" cy="7315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3483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dist</a:t>
            </a:r>
            <a:endParaRPr lang="en-US" sz="1600" b="1" dirty="0"/>
          </a:p>
        </p:txBody>
      </p:sp>
      <p:sp>
        <p:nvSpPr>
          <p:cNvPr id="16" name="Text 14"/>
          <p:cNvSpPr/>
          <p:nvPr/>
        </p:nvSpPr>
        <p:spPr>
          <a:xfrm>
            <a:off x="3730752" y="3794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서빙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5148072" y="3364992"/>
            <a:ext cx="1325880" cy="7315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483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600" b="1" dirty="0"/>
          </a:p>
        </p:txBody>
      </p:sp>
      <p:sp>
        <p:nvSpPr>
          <p:cNvPr id="19" name="Text 17"/>
          <p:cNvSpPr/>
          <p:nvPr/>
        </p:nvSpPr>
        <p:spPr>
          <a:xfrm>
            <a:off x="5303520" y="3794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API</a:t>
            </a:r>
            <a:endParaRPr lang="en-US" sz="1200" b="1" dirty="0"/>
          </a:p>
        </p:txBody>
      </p:sp>
      <p:sp>
        <p:nvSpPr>
          <p:cNvPr id="20" name="Shape 18"/>
          <p:cNvSpPr/>
          <p:nvPr/>
        </p:nvSpPr>
        <p:spPr>
          <a:xfrm>
            <a:off x="6720840" y="3364992"/>
            <a:ext cx="1325880" cy="7315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3483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600" b="1" dirty="0"/>
          </a:p>
        </p:txBody>
      </p:sp>
      <p:sp>
        <p:nvSpPr>
          <p:cNvPr id="22" name="Text 20"/>
          <p:cNvSpPr/>
          <p:nvPr/>
        </p:nvSpPr>
        <p:spPr>
          <a:xfrm>
            <a:off x="6876288" y="3794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계산</a:t>
            </a:r>
            <a:endParaRPr lang="en-US" sz="1200" b="1" dirty="0"/>
          </a:p>
        </p:txBody>
      </p:sp>
      <p:sp>
        <p:nvSpPr>
          <p:cNvPr id="23" name="Shape 21"/>
          <p:cNvSpPr/>
          <p:nvPr/>
        </p:nvSpPr>
        <p:spPr>
          <a:xfrm>
            <a:off x="8631936" y="3547872"/>
            <a:ext cx="594360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44584" y="3136392"/>
            <a:ext cx="1463040" cy="822960"/>
          </a:xfrm>
          <a:prstGeom prst="roundRect">
            <a:avLst>
              <a:gd name="adj" fmla="val 15556"/>
            </a:avLst>
          </a:prstGeom>
          <a:solidFill>
            <a:srgbClr val="251E4E"/>
          </a:solidFill>
          <a:ln w="12700">
            <a:solidFill>
              <a:srgbClr val="251E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337413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 구조화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965960" y="5074920"/>
            <a:ext cx="8183880" cy="694944"/>
          </a:xfrm>
          <a:prstGeom prst="roundRect">
            <a:avLst>
              <a:gd name="adj" fmla="val 21053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5340096"/>
            <a:ext cx="8074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NumPy가 계산하고, OpenAI는 토론할 질문으로 해석합니다.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08B 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빌드하면, HTTPS로 바로 연결됩니다.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1719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해커톤 데모에 맞춘 경량 구조로 배포합니다.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2240280" cy="1417320"/>
          </a:xfrm>
          <a:prstGeom prst="roundRect">
            <a:avLst>
              <a:gd name="adj" fmla="val 9032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971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build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4128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FastAPI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이미지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3429000"/>
            <a:ext cx="338328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2697480"/>
            <a:ext cx="2240280" cy="1417320"/>
          </a:xfrm>
          <a:prstGeom prst="roundRect">
            <a:avLst>
              <a:gd name="adj" fmla="val 9032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2971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ECR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13048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이미지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9320" y="3429000"/>
            <a:ext cx="338328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697480"/>
            <a:ext cx="2240280" cy="1417320"/>
          </a:xfrm>
          <a:prstGeom prst="roundRect">
            <a:avLst>
              <a:gd name="adj" fmla="val 9032"/>
            </a:avLst>
          </a:prstGeom>
          <a:solidFill>
            <a:srgbClr val="251E4E"/>
          </a:solidFill>
          <a:ln w="12700">
            <a:solidFill>
              <a:srgbClr val="251E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971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App Runner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01968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배포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0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HTTPS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0" y="3429000"/>
            <a:ext cx="338328" cy="0"/>
          </a:xfrm>
          <a:prstGeom prst="line">
            <a:avLst/>
          </a:prstGeom>
          <a:noFill/>
          <a:ln w="27940">
            <a:solidFill>
              <a:srgbClr val="6F63D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2697480"/>
            <a:ext cx="2240280" cy="1417320"/>
          </a:xfrm>
          <a:prstGeom prst="roundRect">
            <a:avLst>
              <a:gd name="adj" fmla="val 9032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0888" y="2971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접속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90888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발급된 HTTPS URL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사용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1560" y="4892040"/>
            <a:ext cx="9738360" cy="74980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D7D6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5193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데모 운영 방식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5175504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/ Submission은 인메모리로 관리합니다. </a:t>
            </a:r>
            <a:br>
              <a:rPr lang="en-US" sz="14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1400" dirty="0" err="1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</a:t>
            </a:r>
            <a:r>
              <a:rPr lang="en-US" sz="14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 초기화되며, 해커톤 데모에 맞춘 경량 구조입니다.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210312"/>
            <a:ext cx="1298448" cy="118872"/>
          </a:xfrm>
          <a:prstGeom prst="rect">
            <a:avLst/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2636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080760"/>
            <a:ext cx="11018520" cy="0"/>
          </a:xfrm>
          <a:prstGeom prst="line">
            <a:avLst/>
          </a:prstGeom>
          <a:noFill/>
          <a:ln w="8890">
            <a:solidFill>
              <a:srgbClr val="D7D6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BUILD ORCHESTRATION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0515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Codex를 한 명의 코더가 아니라 개발팀처럼 사용했습니다.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86384" y="17007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→ Plan → Implement → Test → Integrate 순서로 에이전트별 작업을 분리했습니다.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2926080" cy="822960"/>
          </a:xfrm>
          <a:prstGeom prst="roundRect">
            <a:avLst>
              <a:gd name="adj" fmla="val 19444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64261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Agent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30175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정의·카피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2514600"/>
            <a:ext cx="2926080" cy="822960"/>
          </a:xfrm>
          <a:prstGeom prst="roundRect">
            <a:avLst>
              <a:gd name="adj" fmla="val 19444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6426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Stats Agent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30175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Stability·Flip Point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2514600"/>
            <a:ext cx="2926080" cy="822960"/>
          </a:xfrm>
          <a:prstGeom prst="roundRect">
            <a:avLst>
              <a:gd name="adj" fmla="val 19444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642616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Agent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2752" y="30175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화면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474720"/>
            <a:ext cx="2926080" cy="822960"/>
          </a:xfrm>
          <a:prstGeom prst="roundRect">
            <a:avLst>
              <a:gd name="adj" fmla="val 19444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02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Agent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87552" y="3977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Runner 배포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80560" y="3474720"/>
            <a:ext cx="2926080" cy="822960"/>
          </a:xfrm>
          <a:prstGeom prst="roundRect">
            <a:avLst>
              <a:gd name="adj" fmla="val 19444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602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Agent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45152" y="3977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연결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38160" y="3474720"/>
            <a:ext cx="2926080" cy="822960"/>
          </a:xfrm>
          <a:prstGeom prst="roundRect">
            <a:avLst>
              <a:gd name="adj" fmla="val 19444"/>
            </a:avLst>
          </a:prstGeom>
          <a:solidFill>
            <a:srgbClr val="DDDBFD"/>
          </a:solidFill>
          <a:ln w="12700">
            <a:solidFill>
              <a:srgbClr val="DDDB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3602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F63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Agent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302752" y="397764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케이스 공격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2960" y="4663440"/>
            <a:ext cx="10561320" cy="0"/>
          </a:xfrm>
          <a:prstGeom prst="line">
            <a:avLst/>
          </a:prstGeom>
          <a:noFill/>
          <a:ln w="12700">
            <a:solidFill>
              <a:srgbClr val="D7D6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9560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E1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SynQ는 여러분 대신 결정하지 않습니다.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8680" y="53309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06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결정이 얼마나 견고한지 보여줍니다.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34656" y="5029201"/>
            <a:ext cx="3163824" cy="713229"/>
          </a:xfrm>
          <a:prstGeom prst="roundRect">
            <a:avLst>
              <a:gd name="adj" fmla="val 22222"/>
            </a:avLst>
          </a:prstGeom>
          <a:solidFill>
            <a:srgbClr val="F0EFFF"/>
          </a:solidFill>
          <a:ln w="12700">
            <a:solidFill>
              <a:srgbClr val="F0E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98664" y="5248656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1E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 결정 · 투자 심사 · 제품 우선순위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777</Words>
  <Application>Microsoft Office PowerPoint</Application>
  <PresentationFormat>와이드스크린</PresentationFormat>
  <Paragraphs>226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SynQ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SynQ Consensus</dc:title>
  <dc:subject>SynQ Consensus unified lavender deck</dc:subject>
  <dc:creator>OpenAI</dc:creator>
  <cp:lastModifiedBy>_ 꼬모</cp:lastModifiedBy>
  <cp:revision>8</cp:revision>
  <dcterms:created xsi:type="dcterms:W3CDTF">2026-08-16T07:15:32Z</dcterms:created>
  <dcterms:modified xsi:type="dcterms:W3CDTF">2026-08-16T08:24:51Z</dcterms:modified>
</cp:coreProperties>
</file>